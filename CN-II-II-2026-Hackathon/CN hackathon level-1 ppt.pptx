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  <a:latin typeface="Consolas"/>
              </a:defRPr>
            </a:pPr>
            <a:r>
              <a:t>Kali Linux Local Security Check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Basic system reconnaissance and security audit on localhost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Sathwik Rao 2420030728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Adithya 2420030571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  <a:latin typeface="Consolas"/>
              </a:defRPr>
            </a:pPr>
            <a:r>
              <a:t>PROJECT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Identify open ports and services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Detect weak configurations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Provide security reminders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Verify system before pentesting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  <a:latin typeface="Consolas"/>
              </a:defRPr>
            </a:pPr>
            <a:r>
              <a:t>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ip addr → Network information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ss → Listening ports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nmap -sV localhost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find -perm -4000 → SUID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awk /etc/shadow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All built-in Kali Linux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  <a:latin typeface="Consolas"/>
              </a:defRPr>
            </a:pPr>
            <a:r>
              <a:t>DEMO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Network: eth0 192.168.159.128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Ports: None found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Nmap: 1000 ports closed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Kali VM well-hardened</a:t>
            </a:r>
          </a:p>
        </p:txBody>
      </p:sp>
      <p:pic>
        <p:nvPicPr>
          <p:cNvPr id="4" name="Picture 3" descr="9810312b-e426-45ab-b34a-15929dd26a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2286000" cy="1428750"/>
          </a:xfrm>
          <a:prstGeom prst="rect">
            <a:avLst/>
          </a:prstGeom>
        </p:spPr>
      </p:pic>
      <p:pic>
        <p:nvPicPr>
          <p:cNvPr id="5" name="Picture 4" descr="d629ccd8-efbf-48c5-b4bb-54bb27849d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840480"/>
            <a:ext cx="2286000" cy="1428750"/>
          </a:xfrm>
          <a:prstGeom prst="rect">
            <a:avLst/>
          </a:prstGeom>
        </p:spPr>
      </p:pic>
      <p:pic>
        <p:nvPicPr>
          <p:cNvPr id="6" name="Picture 5" descr="9a4062bb-819a-4e60-a395-0e71032163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840480"/>
            <a:ext cx="22860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  <a:latin typeface="Consolas"/>
              </a:defRPr>
            </a:pPr>
            <a:r>
              <a:t>SECURITY REMINDERS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sudo apt update &amp;&amp; sudo apt upgrade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sudo ufw enable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Avoid root for daily use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Monitor processes (ps aux)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Perform regular self-audits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  <a:latin typeface="Consola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Lightweight local security script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• Ethical lab reconnaissance</a:t>
            </a:r>
          </a:p>
          <a:p>
            <a:pPr>
              <a:defRPr sz="2200">
                <a:solidFill>
                  <a:srgbClr val="FFFFFF"/>
                </a:solidFill>
                <a:latin typeface="Consola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